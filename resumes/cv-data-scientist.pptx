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Matteo Ricci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Scientist - Machine Learning</a:t>
            </a:r>
          </a:p>
          <a:p>
            <a:r>
              <a:t>Milano - Tel: +39 348 5556677 - Email: matteo.ricci@email.it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Profilo professionale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scientist con 6 anni di esperienza in modelli predittivi, NLP e sistemi di raccomandazione per l'e-commerce.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Esperienza professionale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Data Scientist | ShopData S.p.A. | 2021 - Presente</a:t>
            </a:r>
          </a:p>
          <a:p>
            <a:r>
              <a:t>Data Analyst | FinTech Lab | 2019 - 2021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Competenze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scikit-learn</a:t>
            </a:r>
          </a:p>
          <a:p>
            <a:r>
              <a:t>PyTorch e modelli NLP</a:t>
            </a:r>
          </a:p>
          <a:p>
            <a:r>
              <a:t>SQL e BigQuery</a:t>
            </a:r>
          </a:p>
          <a:p>
            <a:r>
              <a:t>MLOps con MLflow</a:t>
            </a:r>
          </a:p>
          <a:p>
            <a:r>
              <a:t>A/B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